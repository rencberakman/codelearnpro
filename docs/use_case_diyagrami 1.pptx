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9113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90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8F80E4-5188-36AC-F134-8AFDBA531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9CED2FF-067B-CC1F-466C-A01CDF059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F06D54-F0F5-FCBB-2385-B3D7DAC0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A347985-EC5D-36EB-63BD-181CA066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20A2C2-FA33-3AFD-EAB7-2C533EF1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928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8019D6-7789-9B52-1747-CE284F0C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6E3859-EDB3-990E-D8F8-33FCB1E39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B5FBC28-F13A-1127-4513-12E9473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443D6B6-1B69-D113-1E59-131CFAE2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4F80A33-68F8-FF0E-223E-92ECA332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82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8BF3F7-2787-916E-EC51-54F288C0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CD0D1D6-8CC4-C272-4ACA-4897E9189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B445736-261F-48A9-D009-C4C191F6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C7DBF61-EBA0-12D5-07AF-6D9DEEBB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9962CC0-18B3-E3D2-679B-0853C747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556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337743-C217-41FE-D577-6E98CE2C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82A764-4575-A64F-64FD-97C5C553A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EAB209A-557A-E9A1-CEC0-E99568AF1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CC0BE63-C112-91B5-117B-D4C5EC87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8AEC35E-C754-A31A-65C9-091B6C92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7F2C91C-614C-8999-4E67-6DD58F77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855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578BE7-0215-2945-3C07-DE23390C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1D4D203-D534-1344-2FBD-572C4BCB9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54835CA-6366-740B-CBEE-D2034C78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30D1275-9684-4181-45D6-E17768239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20CEAD4-8BD6-1AE0-2B63-31B4110FB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7953EDA-E2B9-045C-1CF0-E17D5A6C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BEC408B-4744-6040-A5F3-1580100D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8967520-0CC3-EE55-DF64-FB8D77C0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880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95C8E9-962B-C37E-B119-C6194699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BB880C-061D-B1DF-A40E-1371E0A3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3AD3E5D-8409-0E0E-CB51-5F8A6A53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C739A1D-0ED9-3CF0-0B28-791517B1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464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290A3D1-74AC-B1FC-CFAB-9306C05D7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074C3AC-256B-2795-A959-470E3024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468ACC1-1A17-AE16-2573-41EA5212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896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E67333-C375-D3AE-19BE-75A935CD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260FD4-CB69-93B0-4B90-91592E89F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4796ACA-219E-22EA-2E94-A1D15C9A1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8874C49-E70C-DC72-5AC6-60664969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D1736A1-618B-50D1-85DC-0759AC93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FA8B439-0859-39D6-EC51-8086491F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21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25212C-490D-FBA3-EFED-A3BB2AE1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1A9E11-B629-259E-BCF9-43E3FF491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C791782-3EFB-7372-FFED-8C400F9B2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94A7B3B-D4B9-4159-EDFC-EC4CEF62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C86ADC7-F266-337D-6E97-60551EBF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36CB13D-4045-226C-388D-713126DF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79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7F69FE-9CF2-249F-DC65-FC8A6F10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ED2FECF-A0A7-195C-E7C6-5ECCC3B66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30D8C2-BE5D-7FFC-78E3-5FE554F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253036A-5B22-0C31-028A-2A0ED245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99F268-A8CF-EAB9-E095-800E9D67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74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B707C60-D651-FB53-7FFF-42B0D602F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2D59D35-0F57-0AE1-323C-8779E4B36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50CF23F-6F52-99BB-26D4-603DFC88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D971112-BD60-020F-3085-A0C3A7DB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1DFE676-DF26-30A0-6ED5-48BB755D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624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91722AA-B4E4-9B2F-4A51-2C232981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31C9535-9949-5A5F-5B92-41E78081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9C0BA9-63AA-2F31-5892-7DEEDBD1F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1EDC4-F3E3-4B93-93D1-72538E5170BA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163DCB3-2645-657C-7B8A-E4FC06402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5CBC36-F8A5-E1D1-AF43-B1339701F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B889B-2F23-4FB5-ABB7-B8AD087C5E8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716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5E085F74-0E8E-D67D-34B6-FB3DCE38173B}"/>
              </a:ext>
            </a:extLst>
          </p:cNvPr>
          <p:cNvSpPr/>
          <p:nvPr/>
        </p:nvSpPr>
        <p:spPr>
          <a:xfrm>
            <a:off x="3485283" y="612964"/>
            <a:ext cx="5090574" cy="56959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tr-TR" dirty="0"/>
              <a:t>        </a:t>
            </a:r>
          </a:p>
        </p:txBody>
      </p:sp>
      <p:sp>
        <p:nvSpPr>
          <p:cNvPr id="5" name="Metin Kutusu 13">
            <a:extLst>
              <a:ext uri="{FF2B5EF4-FFF2-40B4-BE49-F238E27FC236}">
                <a16:creationId xmlns:a16="http://schemas.microsoft.com/office/drawing/2014/main" id="{242F29E3-C135-369B-D653-074E6CA20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178" y="664851"/>
            <a:ext cx="1901820" cy="25535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tr-TR" altLang="tr-TR" sz="1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CodeLearn</a:t>
            </a:r>
            <a:endParaRPr lang="tr-TR" altLang="tr-TR" sz="1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" name="Grup 24">
            <a:extLst>
              <a:ext uri="{FF2B5EF4-FFF2-40B4-BE49-F238E27FC236}">
                <a16:creationId xmlns:a16="http://schemas.microsoft.com/office/drawing/2014/main" id="{B1BE98AB-34A3-A837-E70F-F4C29B29C28A}"/>
              </a:ext>
            </a:extLst>
          </p:cNvPr>
          <p:cNvGrpSpPr>
            <a:grpSpLocks/>
          </p:cNvGrpSpPr>
          <p:nvPr/>
        </p:nvGrpSpPr>
        <p:grpSpPr bwMode="auto">
          <a:xfrm>
            <a:off x="2059691" y="1297657"/>
            <a:ext cx="895115" cy="1157238"/>
            <a:chOff x="0" y="23872"/>
            <a:chExt cx="896101" cy="1157657"/>
          </a:xfrm>
        </p:grpSpPr>
        <p:grpSp>
          <p:nvGrpSpPr>
            <p:cNvPr id="7" name="Grup 27">
              <a:extLst>
                <a:ext uri="{FF2B5EF4-FFF2-40B4-BE49-F238E27FC236}">
                  <a16:creationId xmlns:a16="http://schemas.microsoft.com/office/drawing/2014/main" id="{60754CA9-B17C-1039-C58D-8B9F3A307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913" y="23872"/>
              <a:ext cx="224085" cy="585999"/>
              <a:chOff x="144233" y="39523"/>
              <a:chExt cx="371250" cy="970178"/>
            </a:xfrm>
          </p:grpSpPr>
          <p:sp>
            <p:nvSpPr>
              <p:cNvPr id="9" name="Gülen Yüz 8">
                <a:extLst>
                  <a:ext uri="{FF2B5EF4-FFF2-40B4-BE49-F238E27FC236}">
                    <a16:creationId xmlns:a16="http://schemas.microsoft.com/office/drawing/2014/main" id="{7F44AF17-3160-BD0B-6439-977883F6F072}"/>
                  </a:ext>
                </a:extLst>
              </p:cNvPr>
              <p:cNvSpPr/>
              <p:nvPr/>
            </p:nvSpPr>
            <p:spPr>
              <a:xfrm>
                <a:off x="175831" y="39523"/>
                <a:ext cx="255398" cy="257663"/>
              </a:xfrm>
              <a:prstGeom prst="smileyFac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tr-TR"/>
              </a:p>
            </p:txBody>
          </p:sp>
          <p:cxnSp>
            <p:nvCxnSpPr>
              <p:cNvPr id="10" name="Düz Bağlayıcı 9">
                <a:extLst>
                  <a:ext uri="{FF2B5EF4-FFF2-40B4-BE49-F238E27FC236}">
                    <a16:creationId xmlns:a16="http://schemas.microsoft.com/office/drawing/2014/main" id="{9F470908-D401-E385-B6D8-FE2EC95BDD53}"/>
                  </a:ext>
                </a:extLst>
              </p:cNvPr>
              <p:cNvCxnSpPr/>
              <p:nvPr/>
            </p:nvCxnSpPr>
            <p:spPr>
              <a:xfrm>
                <a:off x="315377" y="305074"/>
                <a:ext cx="7898" cy="49954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Düz Bağlayıcı 10">
                <a:extLst>
                  <a:ext uri="{FF2B5EF4-FFF2-40B4-BE49-F238E27FC236}">
                    <a16:creationId xmlns:a16="http://schemas.microsoft.com/office/drawing/2014/main" id="{EA997AC7-C8B6-235F-8B15-5E629A692C46}"/>
                  </a:ext>
                </a:extLst>
              </p:cNvPr>
              <p:cNvCxnSpPr/>
              <p:nvPr/>
            </p:nvCxnSpPr>
            <p:spPr>
              <a:xfrm>
                <a:off x="315377" y="525927"/>
                <a:ext cx="192205" cy="1945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Düz Bağlayıcı 11">
                <a:extLst>
                  <a:ext uri="{FF2B5EF4-FFF2-40B4-BE49-F238E27FC236}">
                    <a16:creationId xmlns:a16="http://schemas.microsoft.com/office/drawing/2014/main" id="{C8E452F8-4CA3-2B5B-148B-231822824974}"/>
                  </a:ext>
                </a:extLst>
              </p:cNvPr>
              <p:cNvCxnSpPr/>
              <p:nvPr/>
            </p:nvCxnSpPr>
            <p:spPr>
              <a:xfrm flipH="1">
                <a:off x="144233" y="525927"/>
                <a:ext cx="171143" cy="17089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Düz Bağlayıcı 12">
                <a:extLst>
                  <a:ext uri="{FF2B5EF4-FFF2-40B4-BE49-F238E27FC236}">
                    <a16:creationId xmlns:a16="http://schemas.microsoft.com/office/drawing/2014/main" id="{516F7864-5B8E-CDB9-0F24-B176E2A3635E}"/>
                  </a:ext>
                </a:extLst>
              </p:cNvPr>
              <p:cNvCxnSpPr/>
              <p:nvPr/>
            </p:nvCxnSpPr>
            <p:spPr>
              <a:xfrm>
                <a:off x="323276" y="815140"/>
                <a:ext cx="192207" cy="1945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Düz Bağlayıcı 13">
                <a:extLst>
                  <a:ext uri="{FF2B5EF4-FFF2-40B4-BE49-F238E27FC236}">
                    <a16:creationId xmlns:a16="http://schemas.microsoft.com/office/drawing/2014/main" id="{EC6A47F4-9300-91A2-075B-EDB48A8CB0C6}"/>
                  </a:ext>
                </a:extLst>
              </p:cNvPr>
              <p:cNvCxnSpPr/>
              <p:nvPr/>
            </p:nvCxnSpPr>
            <p:spPr>
              <a:xfrm flipH="1">
                <a:off x="152134" y="815141"/>
                <a:ext cx="171142" cy="1709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Metin Kutusu 10">
              <a:extLst>
                <a:ext uri="{FF2B5EF4-FFF2-40B4-BE49-F238E27FC236}">
                  <a16:creationId xmlns:a16="http://schemas.microsoft.com/office/drawing/2014/main" id="{5477CA6A-1C32-9D52-357A-E8D272F41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47273"/>
              <a:ext cx="896101" cy="53425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7000"/>
                </a:lnSpc>
                <a:spcBef>
                  <a:spcPct val="0"/>
                </a:spcBef>
                <a:spcAft>
                  <a:spcPts val="800"/>
                </a:spcAft>
                <a:buFontTx/>
                <a:buNone/>
              </a:pPr>
              <a:r>
                <a:rPr lang="tr-TR" altLang="tr-TR" sz="1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KULLANICI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89592935-EBFF-101D-3045-91667E71E854}"/>
              </a:ext>
            </a:extLst>
          </p:cNvPr>
          <p:cNvSpPr/>
          <p:nvPr/>
        </p:nvSpPr>
        <p:spPr>
          <a:xfrm>
            <a:off x="6234744" y="3785927"/>
            <a:ext cx="1650818" cy="5715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 err="1">
                <a:solidFill>
                  <a:schemeClr val="tx1"/>
                </a:solidFill>
              </a:rPr>
              <a:t>Istatistik</a:t>
            </a:r>
            <a:r>
              <a:rPr lang="tr-TR" sz="1400" dirty="0">
                <a:solidFill>
                  <a:schemeClr val="tx1"/>
                </a:solidFill>
              </a:rPr>
              <a:t> </a:t>
            </a:r>
            <a:r>
              <a:rPr lang="tr-TR" sz="1400" dirty="0" err="1">
                <a:solidFill>
                  <a:schemeClr val="tx1"/>
                </a:solidFill>
              </a:rPr>
              <a:t>goruntuleme</a:t>
            </a:r>
            <a:endParaRPr lang="tr-TR" sz="14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2633D3-4463-D3F2-BB87-6F5781B21B70}"/>
              </a:ext>
            </a:extLst>
          </p:cNvPr>
          <p:cNvSpPr/>
          <p:nvPr/>
        </p:nvSpPr>
        <p:spPr>
          <a:xfrm>
            <a:off x="4488967" y="2545999"/>
            <a:ext cx="1468291" cy="6133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Kod pratiği yapma</a:t>
            </a:r>
          </a:p>
        </p:txBody>
      </p:sp>
      <p:cxnSp>
        <p:nvCxnSpPr>
          <p:cNvPr id="37" name="Düz Bağlayıcı 36">
            <a:extLst>
              <a:ext uri="{FF2B5EF4-FFF2-40B4-BE49-F238E27FC236}">
                <a16:creationId xmlns:a16="http://schemas.microsoft.com/office/drawing/2014/main" id="{6017F8F7-3BCF-E89A-AC2D-1CD4B94E5AC1}"/>
              </a:ext>
            </a:extLst>
          </p:cNvPr>
          <p:cNvCxnSpPr>
            <a:cxnSpLocks/>
            <a:stCxn id="8" idx="3"/>
            <a:endCxn id="34" idx="2"/>
          </p:cNvCxnSpPr>
          <p:nvPr/>
        </p:nvCxnSpPr>
        <p:spPr>
          <a:xfrm>
            <a:off x="2954806" y="2187864"/>
            <a:ext cx="1534161" cy="664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47C8BEA-F8A8-6567-F67C-3B5615300312}"/>
              </a:ext>
            </a:extLst>
          </p:cNvPr>
          <p:cNvSpPr/>
          <p:nvPr/>
        </p:nvSpPr>
        <p:spPr>
          <a:xfrm>
            <a:off x="5943794" y="2014127"/>
            <a:ext cx="1185333" cy="5715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Süre seçme</a:t>
            </a:r>
          </a:p>
        </p:txBody>
      </p:sp>
      <p:cxnSp>
        <p:nvCxnSpPr>
          <p:cNvPr id="52" name="Düz Bağlayıcı 51">
            <a:extLst>
              <a:ext uri="{FF2B5EF4-FFF2-40B4-BE49-F238E27FC236}">
                <a16:creationId xmlns:a16="http://schemas.microsoft.com/office/drawing/2014/main" id="{A6BF0951-EE6B-3B1D-706E-052B574A5834}"/>
              </a:ext>
            </a:extLst>
          </p:cNvPr>
          <p:cNvCxnSpPr>
            <a:cxnSpLocks/>
            <a:stCxn id="8" idx="3"/>
            <a:endCxn id="51" idx="2"/>
          </p:cNvCxnSpPr>
          <p:nvPr/>
        </p:nvCxnSpPr>
        <p:spPr>
          <a:xfrm>
            <a:off x="2954806" y="2187864"/>
            <a:ext cx="2988988" cy="1120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A6ADEF9-A7E1-9804-A756-02A907078631}"/>
              </a:ext>
            </a:extLst>
          </p:cNvPr>
          <p:cNvSpPr/>
          <p:nvPr/>
        </p:nvSpPr>
        <p:spPr>
          <a:xfrm>
            <a:off x="4626642" y="1069548"/>
            <a:ext cx="1968536" cy="62498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Kategori seçimi(linux, web, vb.</a:t>
            </a:r>
          </a:p>
        </p:txBody>
      </p:sp>
      <p:cxnSp>
        <p:nvCxnSpPr>
          <p:cNvPr id="64" name="Düz Bağlayıcı 63">
            <a:extLst>
              <a:ext uri="{FF2B5EF4-FFF2-40B4-BE49-F238E27FC236}">
                <a16:creationId xmlns:a16="http://schemas.microsoft.com/office/drawing/2014/main" id="{5AF393F6-A0C1-96F1-4F1C-0D2BAA5ADB42}"/>
              </a:ext>
            </a:extLst>
          </p:cNvPr>
          <p:cNvCxnSpPr>
            <a:cxnSpLocks/>
            <a:stCxn id="8" idx="3"/>
            <a:endCxn id="63" idx="2"/>
          </p:cNvCxnSpPr>
          <p:nvPr/>
        </p:nvCxnSpPr>
        <p:spPr>
          <a:xfrm flipV="1">
            <a:off x="2954806" y="1382040"/>
            <a:ext cx="1671836" cy="805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Düz Ok Bağlayıcısı 70">
            <a:extLst>
              <a:ext uri="{FF2B5EF4-FFF2-40B4-BE49-F238E27FC236}">
                <a16:creationId xmlns:a16="http://schemas.microsoft.com/office/drawing/2014/main" id="{8B784B93-6286-6B2F-8D00-3D7807138834}"/>
              </a:ext>
            </a:extLst>
          </p:cNvPr>
          <p:cNvCxnSpPr>
            <a:cxnSpLocks/>
            <a:stCxn id="34" idx="6"/>
            <a:endCxn id="26" idx="2"/>
          </p:cNvCxnSpPr>
          <p:nvPr/>
        </p:nvCxnSpPr>
        <p:spPr>
          <a:xfrm>
            <a:off x="5957258" y="2852659"/>
            <a:ext cx="687074" cy="2642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Metin Kutusu 63">
            <a:extLst>
              <a:ext uri="{FF2B5EF4-FFF2-40B4-BE49-F238E27FC236}">
                <a16:creationId xmlns:a16="http://schemas.microsoft.com/office/drawing/2014/main" id="{674A3D72-A7A6-6766-6ACA-2E6F347EB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711" y="2717258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tr-TR" altLang="tr-TR" sz="800" dirty="0"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 sz="800" dirty="0" err="1">
                <a:ea typeface="Calibri" panose="020F0502020204030204" pitchFamily="34" charset="0"/>
                <a:cs typeface="Times New Roman" panose="02020603050405020304" pitchFamily="18" charset="0"/>
              </a:rPr>
              <a:t>include</a:t>
            </a:r>
            <a:r>
              <a:rPr lang="tr-TR" altLang="tr-TR" sz="800" dirty="0">
                <a:ea typeface="Calibri" panose="020F0502020204030204" pitchFamily="34" charset="0"/>
                <a:cs typeface="Times New Roman" panose="02020603050405020304" pitchFamily="18" charset="0"/>
              </a:rPr>
              <a:t>&gt;&gt;</a:t>
            </a:r>
            <a:endParaRPr lang="tr-TR" altLang="tr-TR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1FB24DE-5924-33C3-39B2-D9EE84A0C19A}"/>
              </a:ext>
            </a:extLst>
          </p:cNvPr>
          <p:cNvSpPr/>
          <p:nvPr/>
        </p:nvSpPr>
        <p:spPr>
          <a:xfrm>
            <a:off x="3852540" y="3924485"/>
            <a:ext cx="1710059" cy="5478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Yeniden </a:t>
            </a:r>
            <a:r>
              <a:rPr lang="tr-TR" sz="1400" dirty="0" err="1">
                <a:solidFill>
                  <a:schemeClr val="tx1"/>
                </a:solidFill>
              </a:rPr>
              <a:t>baslatma</a:t>
            </a:r>
            <a:endParaRPr lang="tr-TR" sz="1400" dirty="0">
              <a:solidFill>
                <a:schemeClr val="tx1"/>
              </a:solidFill>
            </a:endParaRPr>
          </a:p>
        </p:txBody>
      </p:sp>
      <p:cxnSp>
        <p:nvCxnSpPr>
          <p:cNvPr id="85" name="Düz Bağlayıcı 84">
            <a:extLst>
              <a:ext uri="{FF2B5EF4-FFF2-40B4-BE49-F238E27FC236}">
                <a16:creationId xmlns:a16="http://schemas.microsoft.com/office/drawing/2014/main" id="{CD3B78CB-0E87-83F7-36D4-12F824FCEF2D}"/>
              </a:ext>
            </a:extLst>
          </p:cNvPr>
          <p:cNvCxnSpPr>
            <a:cxnSpLocks/>
            <a:stCxn id="8" idx="2"/>
            <a:endCxn id="84" idx="2"/>
          </p:cNvCxnSpPr>
          <p:nvPr/>
        </p:nvCxnSpPr>
        <p:spPr>
          <a:xfrm>
            <a:off x="2507249" y="2454895"/>
            <a:ext cx="1345291" cy="174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B34F5574-FA44-B132-CF77-ED6B9D3A8058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>
            <a:off x="2954806" y="2187864"/>
            <a:ext cx="3279938" cy="18838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F147DF9-1209-D4D9-58BF-0E6F94A47AF0}"/>
              </a:ext>
            </a:extLst>
          </p:cNvPr>
          <p:cNvSpPr/>
          <p:nvPr/>
        </p:nvSpPr>
        <p:spPr>
          <a:xfrm>
            <a:off x="6644332" y="2656593"/>
            <a:ext cx="1901820" cy="920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Skor kaydetme(</a:t>
            </a:r>
            <a:r>
              <a:rPr lang="tr-TR" sz="1400" dirty="0" err="1">
                <a:solidFill>
                  <a:schemeClr val="tx1"/>
                </a:solidFill>
              </a:rPr>
              <a:t>localStorage</a:t>
            </a:r>
            <a:r>
              <a:rPr lang="tr-TR" sz="14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712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d37d480-01da-43a7-ba98-8ec889ebd54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69FEDE2ECA2DB4AA0519FC17D7267BD" ma:contentTypeVersion="4" ma:contentTypeDescription="Yeni belge oluşturun." ma:contentTypeScope="" ma:versionID="1546dbe3d0333f4b4117506427b6d77f">
  <xsd:schema xmlns:xsd="http://www.w3.org/2001/XMLSchema" xmlns:xs="http://www.w3.org/2001/XMLSchema" xmlns:p="http://schemas.microsoft.com/office/2006/metadata/properties" xmlns:ns2="0d37d480-01da-43a7-ba98-8ec889ebd543" targetNamespace="http://schemas.microsoft.com/office/2006/metadata/properties" ma:root="true" ma:fieldsID="d680ed1efafa7e57183a6d0bc1385359" ns2:_="">
    <xsd:import namespace="0d37d480-01da-43a7-ba98-8ec889ebd54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37d480-01da-43a7-ba98-8ec889ebd54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226E7D-87D6-4E49-879C-95213953B1D5}">
  <ds:schemaRefs>
    <ds:schemaRef ds:uri="http://schemas.microsoft.com/office/2006/metadata/properties"/>
    <ds:schemaRef ds:uri="http://schemas.microsoft.com/office/infopath/2007/PartnerControls"/>
    <ds:schemaRef ds:uri="51802113-1f71-4826-9ae1-b2097bafdb2e"/>
    <ds:schemaRef ds:uri="68f66a5d-e349-4de0-b22d-9b34dd27fe20"/>
    <ds:schemaRef ds:uri="0df9a5c4-d5fd-4d52-b878-b87b33f1c292"/>
  </ds:schemaRefs>
</ds:datastoreItem>
</file>

<file path=customXml/itemProps2.xml><?xml version="1.0" encoding="utf-8"?>
<ds:datastoreItem xmlns:ds="http://schemas.openxmlformats.org/officeDocument/2006/customXml" ds:itemID="{3BD17252-9195-42A5-BE9A-977671EAE3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A1A59D-FA14-452A-BAAD-C1C996721B7E}"/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</Words>
  <Application>Microsoft Office PowerPoint</Application>
  <PresentationFormat>Geniş ekran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Mehmet Sehirli</dc:creator>
  <cp:lastModifiedBy>RENÇBER AKMAN</cp:lastModifiedBy>
  <cp:revision>14</cp:revision>
  <dcterms:created xsi:type="dcterms:W3CDTF">2023-11-08T12:44:58Z</dcterms:created>
  <dcterms:modified xsi:type="dcterms:W3CDTF">2025-12-06T13:39:38Z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0x010100D69FEDE2ECA2DB4AA0519FC17D7267BD</vt:lpwstr>
  </property>
</Properties>
</file>